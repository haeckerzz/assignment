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75055842b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75055842b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75055842b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75055842b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75055842bf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75055842b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75055842bf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75055842bf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394800"/>
            <a:ext cx="8520600" cy="177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Artificial </a:t>
            </a:r>
            <a:r>
              <a:rPr lang="en"/>
              <a:t>Intelligence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2199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To- Dr. </a:t>
            </a:r>
            <a:r>
              <a:rPr lang="en" sz="2500">
                <a:solidFill>
                  <a:srgbClr val="5F6368"/>
                </a:solidFill>
                <a:highlight>
                  <a:srgbClr val="FFFFFF"/>
                </a:highlight>
              </a:rPr>
              <a:t>Manasi Gyanchandani</a:t>
            </a:r>
            <a:r>
              <a:rPr lang="en" sz="2500"/>
              <a:t> Mam</a:t>
            </a:r>
            <a:endParaRPr sz="2500"/>
          </a:p>
        </p:txBody>
      </p:sp>
      <p:sp>
        <p:nvSpPr>
          <p:cNvPr id="56" name="Google Shape;56;p13"/>
          <p:cNvSpPr txBox="1"/>
          <p:nvPr/>
        </p:nvSpPr>
        <p:spPr>
          <a:xfrm>
            <a:off x="311700" y="3355875"/>
            <a:ext cx="2035200" cy="16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Name:Sharad Rai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 No:171112065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Class:CSE 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Subject: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Question: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 rotWithShape="1">
          <a:blip r:embed="rId3">
            <a:alphaModFix/>
          </a:blip>
          <a:srcRect b="39123" l="13223" r="17031" t="6342"/>
          <a:stretch/>
        </p:blipFill>
        <p:spPr>
          <a:xfrm>
            <a:off x="311700" y="1196350"/>
            <a:ext cx="4748701" cy="331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Solutions: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3725" y="0"/>
            <a:ext cx="430855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Solutions: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1225" y="0"/>
            <a:ext cx="3857626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Solutions:</a:t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8700" y="0"/>
            <a:ext cx="3857626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